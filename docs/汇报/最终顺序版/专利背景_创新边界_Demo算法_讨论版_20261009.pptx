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按四个部分展开：先介绍专利背景、内容和目的；再讲现有专利的技术路线、对电钻场景需要验证的问题及创新边界，据此讨论任务书创新点；随后沿数据流介绍Demo的技术和算法；最后列问题和想法。核心资料出处和实验数字放备查页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书面向电动工具预测性维护。背景是负载与转速频繁变化，事后维修和固定周期维保难以准确反映实际状态。内容是用振动、电流和温度，加上工况信息，完成状态判断和维护提醒。目的应是减少误判与意外停机，并支持可追溯检查。第一版已经收窄为电钻轴承、CPU与网页。目标效果是拟验证的研究目标，不是当前实测现场结论。</a:t>
            </a:r>
          </a:p>
          <a:p/>
          <a:p>
            <a:r>
              <a:t>证据来源：依据：用户原始研发任务书与端到端技术说明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项申请公开与方案最接近。电机专利已经有时延校正、负载动态阈值、持续报警和信噪比调窗；绕线设备已经有负载基线和摩擦残差；水泵已经把多源信号和工况融入网络。其具体注入、信号和对象与我们不同。在电钻场景仍需验证频繁切换、数据故障与真实故障并存、维修恢复时机制如何工作。不是声称所有现有方案都没有处理这些问题。</a:t>
            </a:r>
          </a:p>
          <a:p/>
          <a:p>
            <a:r>
              <a:t>证据来源：依据：CN121385628A权利要求1、8–10；CN121432174A权利要求1、2、5、9；CN122258007A权利要求1–9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18项去重材料后，可以明确：多传感器组合已有，工况输入和健康参考已有，Transformer-LSTM轴承寿命有直接近邻，普通分级报警也已有。可以保留这些实现基础，但若继续创新，需要把数据质量和工况稳定性怎样影响历史、报警以及健康学习讲具体。候选联合准入目前尚未完整实现，也没有证明整个领域未公开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书的方向有价值，但预先写出的创新与效果需要调整。工况解耦已有很近的基线与残差技术，应明确新的机制。Transformer-LSTM已有近邻，70%降低需要基准模型、硬件和资源指标，而且纯LSTM对照没有更差。健康分级和维护提醒已有，3到7天需要失效终点和未来使用强度。建议以可验证机制为主线，网络为实现工具。</a:t>
            </a:r>
          </a:p>
          <a:p/>
          <a:p>
            <a:r>
              <a:t>证据来源：依据：原始任务书“核心创新点”，结合上传专利/论文及当前仿真结果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目前GitHub是研发Demo，在Python CPU和Streamlit网页运行。它从模拟的窗口特征开始，完成校正、融合、时序预测、寿命输出和维护展示。已有波形辅助函数，但真实采集和波形提取没接入主链。网页承担APP功能原型，不是原生手机APP。后面沿这条链逐步说明。</a:t>
            </a:r>
          </a:p>
          <a:p/>
          <a:p>
            <a:r>
              <a:t>证据来源：代码：data.py → preprocessing.py/pipeline.py → model.py → alarms.py/store.py → app.py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拟程序生成30台虚拟电钻，每台200个一分钟窗口，共6000窗口。每个特征由健康工况项、模拟退化项、设备差异及噪声组成。负载按轻中重变化，转速随负载波动；注入缺失和噪声并提供质量标志。磨损、HI和RUL是生成规则的训练真值，模型运行不读取这些标签。按设备21/6/3拆分后才构造序列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处理分为身份时间连续性检查和工况参考校正。健康基线只从训练设备模拟磨损小于0.15、三通道质量大于0.9的样本拟合，用负载、转速和环境温度做线性回归。实际特征减去预期健康值，再除以正常残差尺度得到六维标准化残差，限幅并携带缺失标志。历史只使用同设备同运行段连续16分钟，不跨缺口或全部无效/未知工况。现有基线不在线更新。</a:t>
            </a:r>
          </a:p>
          <a:p/>
          <a:p>
            <a:r>
              <a:t>证据来源：代码：preprocessing.py与pipeline.py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说清现状：主链直接生成六维特征，并没有从真实波形提取它们。三路各有两个特征，分别映射到32维；门控网络以质量和工况计算分数，权重与质量相乘归一化，缺失通道为0，再加工况质量编码。signals.py有三点因果平滑、去均值、汉宁窗FFT和RMS/峭度等辅助函数，但尚未连接到真实采集，更不能说已完成任务书的小波降噪。</a:t>
            </a:r>
          </a:p>
          <a:p/>
          <a:p>
            <a:r>
              <a:t>证据来源：代码：data.py特征定义、model.py质量门控、signals.py辅助函数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融合序列加入位置编码，输入单层32维双头Transformer，然后单层32维LSTM，取最后状态。分类层输出正常轻微中度重度，HI通过Sigmoid限制0到1。风险等于1减HI，它不是已校准故障概率。连续报警最近5个有效窗口有3个达到0.4预警、0.8高风险；连续5个低于0.25恢复，负载切换清理报警证据。模型历史并未因此完全隔离。每个完整序列LSTM重置。</a:t>
            </a:r>
          </a:p>
          <a:p/>
          <a:p>
            <a:r>
              <a:t>证据来源：代码：model.py、pipeline.py、alarms.py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寿命头由同一个时序状态输出3个数，通过Softplus保证非负并排序，对应10/50/90分位数。训练是分类交叉熵加HI均方误差加分位数损失。使用中位数为点估计，10到90分位数为名义80%区间；排序不保证校准，需独立检验。当前标签是模拟终点减有效运行时间，预测不使用标签直接计算。当前质量低于0.5就降级停止RUL；未来真实RUL需要完整寿命轨迹。</a:t>
            </a:r>
          </a:p>
          <a:p/>
          <a:p>
            <a:r>
              <a:t>证据来源：代码：model.py多任务损失、data.py模拟标签、pipeline.py寿命降级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是真实运行的Streamlit页面截图，模拟设备DRILL-002，种子123，显示健康与寿命区间。这是历史回放，不是在线连接。右侧说明三个功能页。现有网页用SQLite保留记录，FastAPI为后续接口基础，不是已经完成原生手机APP。记录维修生成新运行段，模拟复测后关闭事件，健康基线仍固定。</a:t>
            </a:r>
          </a:p>
          <a:p/>
          <a:p>
            <a:r>
              <a:t>证据来源：真实页面截图：app.py，模拟seed=123、DRILL-002；仅用于演示，非独立测试指标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不要再铺开架构细节，集中讨论四个问题。第一，老师是否认可联合证据准入为主线、维修参考作为延伸；第二，RUL是否后置，真实采集和缺陷标签从哪里来；第三，用简单LSTM为基线来验证机制，避免预先认定网络必要；第四，怎样设计相同召回下误报与延迟、基线污染对照。当前仿真和边界分析是起点，候选主线待证明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种子、30台虚拟设备，训练验证测试21/6/3，测试459个相关序列。组合和纯LSTM准确率相同，纯LSTM寿命误差更小且参数更少。fixed_fusion仍保留学习门控，本版称去质量幅值约束，真实固定融合需新对照。CPU延迟仅模型前向，不是硬件端到端；现有量化权重文件缩小29.42%但前向变慢。</a:t>
            </a:r>
          </a:p>
          <a:p/>
          <a:p>
            <a:r>
              <a:t>证据来源：来源：artifacts/experiment_results.json；解释核对：model.py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定位支撑前面表述。两项论文直接影响网络与传感器组合，三项专利直接影响工况、参考和持续报警。最早发表、授权状态和同族尚需数据库核验。完整索引与查新综述保留在之前材料文件夹，不在这版主线逐项铺开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导师讨论 · 2026年10月9日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电钻预测性维护：专利理解、创新边界与Demo探索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09928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087F8C"/>
                </a:solidFill>
                <a:latin typeface="Microsoft YaHei"/>
              </a:defRPr>
            </a:pPr>
            <a:r>
              <a:t>围绕一个问题：怎样从运行信号中可靠判断工具退化？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87752"/>
            <a:ext cx="11009376" cy="50292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697480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87F8C"/>
                </a:solidFill>
                <a:latin typeface="Microsoft YaHei"/>
              </a:defRPr>
            </a:pPr>
            <a:r>
              <a:t>01 背景、内容和目的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为什么做，准备解决什么问题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8688"/>
            <a:ext cx="11009376" cy="50292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328416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87F8C"/>
                </a:solidFill>
                <a:latin typeface="Microsoft YaHei"/>
              </a:defRPr>
            </a:pPr>
            <a:r>
              <a:t>02 现有技术与创新边界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328416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已有方案做到哪里，任务书哪里需调整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849624"/>
            <a:ext cx="11009376" cy="50292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959352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87F8C"/>
                </a:solidFill>
                <a:latin typeface="Microsoft YaHei"/>
              </a:defRPr>
            </a:pPr>
            <a:r>
              <a:t>03 Demo的技术与算法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59352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数据 → 处理 → 特征 → 判断 → 寿命 → 展示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480560"/>
            <a:ext cx="11009376" cy="50292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90288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087F8C"/>
                </a:solidFill>
                <a:latin typeface="Microsoft YaHei"/>
              </a:defRPr>
            </a:pPr>
            <a:r>
              <a:t>04 问题与想法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590288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明确下一步需要老师帮助确定的事项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当前阶段：资料技术比对＋可运行仿真原型；专利方案尚在收敛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第一部分 · 专利理解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背景、内容和目的：把运行异常转成有依据的维护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依据：用户原始研发任务书与端到端技术说明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3529584" cy="35661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4864" cy="35661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1109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背景：为什么要做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87168"/>
            <a:ext cx="3108960" cy="2679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工具负载、转速频繁变化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信号变大不一定代表磨损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事后维修可能造成突然停机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固定周期维保可能不合时宜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737360"/>
            <a:ext cx="3529584" cy="35661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737360"/>
            <a:ext cx="54864" cy="35661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1109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内容：准备做什么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87168"/>
            <a:ext cx="3108960" cy="2679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采集振动、电流、温度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结合工况与通道质量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判断磨损及健康趋势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估计寿命并形成维护提醒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737360"/>
            <a:ext cx="3529584" cy="35661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737360"/>
            <a:ext cx="54864" cy="35661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91109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目的：希望达到什么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487168"/>
            <a:ext cx="3108960" cy="2679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减少正常工况造成的误报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保持真实故障检出能力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给维护安排提供依据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保留检查、维修和复测证据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第一版对象：电钻内部轴承；真实采集与效果验证是后续任务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第二部分 · 现有专利与场景挑战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现有专利：已有技术怎样处理故障与工况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依据：CN121385628A权利要求1、8–10；CN121432174A权利要求1、2、5、9；CN122258007A权利要求1–9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5603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最接近的现有专利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已公开的技术路线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783080"/>
            <a:ext cx="38862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电钻场景需进一步验证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969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256032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CN121385628A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电机故障诊断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267712"/>
            <a:ext cx="388620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振动/电流时延校正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负载基线动态阈值、持续分级报警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267712"/>
            <a:ext cx="388620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启停与频繁负载切换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怎样影响有效证据和检出延迟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27248"/>
            <a:ext cx="11155680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36976"/>
            <a:ext cx="256032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CN121432174A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绕线设备故障检测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36976"/>
            <a:ext cx="388620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多源电气/运动信号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分离工艺负载基线与摩擦残差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236976"/>
            <a:ext cx="388620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手持工具的工况与结构不同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怎样保留退化并区分采集异常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96512"/>
            <a:ext cx="11155680" cy="96926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256032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CN122258007A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水泵深度故障诊断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206240"/>
            <a:ext cx="388620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振动/声音/电流＋工况参数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多分支网络诊断与告警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206240"/>
            <a:ext cx="388620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通道异常或维修后参考变化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怎样控制结果有效性和学习准入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这些是具体场景中的待验证挑战；不能直接宣称已有专利存在统一缺陷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第二部分 · 创新边界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创新边界：已有构件与候选机制要分开说明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5394960" cy="33375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4864" cy="33375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11095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已有技术基础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87168"/>
            <a:ext cx="4974336" cy="2450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振动、电流、电压、温度与注意力融合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负载参考、动态阈值及基线残差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Transformer-LSTM轴承寿命预测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持续确认、分级报警及维护提醒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394960" cy="33375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54864" cy="333756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911095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值得继续检索的具体机制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87168"/>
            <a:ext cx="4974336" cy="2450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工况＋质量共同决定证据能否进入历史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无效/切换期间怎样暂停与恢复累计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维修后哪些数据可学习为健康参考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候选参考怎样验证、切换和失败回退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25780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18项来自19份上传PDF去重；当前是附件技术比对，全面数据库查新与法律状态核验待完成。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创新应落到具体协作机制和可验证技术效果；候选方向尚不能保证授权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第二部分 · 任务书创新点评议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据此反看任务书：三项创新表述需要进一步收窄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依据：原始任务书“核心创新点”，结合上传专利/论文及当前仿真结果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6060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任务书提出的创新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783080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已有证据提示的不足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3375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建议调整的方向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99669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26060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工况解耦的多传感器融合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67712"/>
            <a:ext cx="438912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条件基线、负载残差、工况融合已有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加入负载和转速本身不足以证明创新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267712"/>
            <a:ext cx="333756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明确工况/质量对历史与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退化证据的联合控制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54680"/>
            <a:ext cx="11155680" cy="9966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64408"/>
            <a:ext cx="26060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轻量Transformer-LSTM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算力降低70%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264408"/>
            <a:ext cx="438912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轴承寿命组合网络已有近邻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缺硬件和基准，现有对照未证优越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264408"/>
            <a:ext cx="333756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先验证简单模型与机制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同效果下再测资源收益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51376"/>
            <a:ext cx="11155680" cy="99669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61104"/>
            <a:ext cx="26060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多级健康指标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提前3–7天维保提醒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261104"/>
            <a:ext cx="438912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持续分级报警已有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缺真实寿命和每日使用计划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4261104"/>
            <a:ext cx="333756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先验证异常与趋势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有寿命数据再论证预警时间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把预设的创新结论与效果数字，改成需要检索和实验回答的研究目标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第三部分 · Demo总览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现在的Demo：一个可运行的端到端仿真原型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代码：data.py → preprocessing.py/pipeline.py → model.py → alarms.py/store.py → app.py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数据来源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模拟窗口特征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1234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5262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3278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数据处理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3278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校验 / 条件参考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3576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7604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5620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特征与融合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5620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6维 / 质量门控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5919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9947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7963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状态判断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7963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Transformer＋LSTM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8261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2289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0305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寿命与展示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0305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RUL / Python网页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03320"/>
            <a:ext cx="5394960" cy="1618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703320"/>
            <a:ext cx="54864" cy="161848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87705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已实现的操作链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453128"/>
            <a:ext cx="497433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设备历史→健康/风险→持续告警→工单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记录维修→新运行段→模拟复测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703320"/>
            <a:ext cx="5394960" cy="1618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703320"/>
            <a:ext cx="54864" cy="1618488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387705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当前实现边界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453128"/>
            <a:ext cx="497433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模拟特征与标签；基线运行时固定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没有真实电钻验证、在线基线更新和手机APP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用Demo梳理可实施流程，识别真实数据、特征和状态控制的缺口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第三部分 · ① 数据来源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数据来源：由工况与退化生成模拟特征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10972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087F8C"/>
                </a:solidFill>
                <a:latin typeface="Microsoft YaHei"/>
              </a:defRPr>
            </a:pPr>
            <a:r>
              <a:t>模拟特征 = 健康工况影响＋退化影响＋设备差异＋噪声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23160"/>
            <a:ext cx="3529584" cy="2688336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54864" cy="2688336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59689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模拟什么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72968"/>
            <a:ext cx="3108960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30台设备×200分钟窗口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轻/中/重负载与转速变化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渐进磨损、通道缺失及噪声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生成设备与运行段标识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423160"/>
            <a:ext cx="3529584" cy="2688336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2423160"/>
            <a:ext cx="54864" cy="2688336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59689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标签从哪里来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172968"/>
            <a:ext cx="3108960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模拟磨损程度→四级阶段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健康标签HI = 1−模拟磨损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RUL = 模拟终点−已运行时间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这些标签仅用于训练与评估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423160"/>
            <a:ext cx="3529584" cy="2688336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7304" y="2423160"/>
            <a:ext cx="54864" cy="2688336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259689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如何避免泄漏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172968"/>
            <a:ext cx="3108960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训练/验证/测试设备21/6/3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先按设备分组，再构造历史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基线只用训练健康样本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推理只读特征、工况和质量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当前不是实测高频波形；模拟数据能验证流程，不能证明真实工具准确率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第三部分 · ② 数据处理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数据处理：先校验，再与同工况健康参考比较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代码：preprocessing.py与pipeline.py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2996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身份与时间检查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0604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设备 / 运行段 / 连续序号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2796" y="237744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3" y="182880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202996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健康条件参考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60604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负载 / 转速 / 环境温度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699" y="237744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82880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2996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标准化残差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60604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r = (特征−健康参考) / 尺度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94176"/>
            <a:ext cx="5394960" cy="164592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94176"/>
            <a:ext cx="54864" cy="16459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67912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处理异常数据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43984"/>
            <a:ext cx="4974336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非有限值通道设为无效，保留缺失掩码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全缺失、未知工况或历史不足不强行预测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94176"/>
            <a:ext cx="5394960" cy="164592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694176"/>
            <a:ext cx="54864" cy="16459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867912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技术作用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43984"/>
            <a:ext cx="4974336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减弱已知工况的正常幅值变化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观察相对健康状态的偏离，避免拼接错误历史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输入历史：当前与之前15个一分钟窗口；健康参考训练后固定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第三部分 · ③ 特征提取与融合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特征与融合：6维输入，三路质量约束门控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代码：data.py特征定义、model.py质量门控、signals.py辅助函数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371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通道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83080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当前输入特征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45720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编码与融合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5760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26771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均方根RMS、峭度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2677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各通道2维→32维编码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34056"/>
            <a:ext cx="111556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4378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电流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84378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均方根RMS、纹波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843784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按工况与质量计算通道权重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10128"/>
            <a:ext cx="11155680" cy="57607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19856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温度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41985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温升、温升变化率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41985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加权求和＋工况/质量编码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33087"/>
            <a:ext cx="5394960" cy="1143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133087"/>
            <a:ext cx="54864" cy="114300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306824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主链现状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82896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6维特征直接模拟生成；真实提取尚待接入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133087"/>
            <a:ext cx="5394960" cy="11430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133087"/>
            <a:ext cx="54864" cy="1143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306824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辅助函数已有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882896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平滑、RMS/峭度、加窗FFT；未接入主链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融合目的：降低低质量通道贡献；质量分数当前主要由仿真给定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第三部分 · ④ 状态判断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判断算法：从16窗口历史得到健康与磨损估计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代码：model.py、pipeline.py、alarms.py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2996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融合历史＋位置编码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0604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16步 × 32维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2796" y="237744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3" y="182880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202996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Transformer编码器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60604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1层 / 2头 / 时间关联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699" y="237744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828800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2996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LSTM＋最后状态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60604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1层 / 32维 / 顺序整合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85032"/>
            <a:ext cx="5394960" cy="1673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85032"/>
            <a:ext cx="54864" cy="16733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58768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模型判断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34840"/>
            <a:ext cx="497433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四分类：正常、轻微、中度、重度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HI：0～1；风险评分 = 1−HI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85032"/>
            <a:ext cx="5394960" cy="1673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685032"/>
            <a:ext cx="54864" cy="16733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858768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持续证据报警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34840"/>
            <a:ext cx="497433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近5窗至少3窗风险≥0.4：预警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风险≥0.8：高风险；连续5窗低风险恢复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分类、HI和报警状态是不同输出；风险评分未经概率校准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第三部分 · ⑤ RUL预测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剩余寿命：三个分位数输出条件运行小时区间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代码：model.py多任务损失、data.py模拟标签、pipeline.py寿命降级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7568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共享时序状态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5176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来自Transformer＋LSTM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2796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3" y="1874519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207568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寿命输出头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65176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非负 / 排序 / 分位数训练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699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874519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7568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条件寿命结果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65176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10%下界 / 50%中值 / 90%上界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21608"/>
            <a:ext cx="5394960" cy="1600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21608"/>
            <a:ext cx="54864" cy="1600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95344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如何理解这个结果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71416"/>
            <a:ext cx="497433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单位：剩余有效运行小时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前提：未来工况与使用强度与仿真相近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21608"/>
            <a:ext cx="5394960" cy="1600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721608"/>
            <a:ext cx="54864" cy="160020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895344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什么时候暂停输出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71416"/>
            <a:ext cx="497433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当前通道质量不足、未知工况或历史不足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HI不是寿命百分比，小时不直接等于自然日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当前寿命真值来自模拟规则；尚未验证真实寿命误差与提前3–7天预警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第三部分 · ⑥ 显示与维护闭环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APP显示：当前用Python网页展示与管理结果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真实页面截图：app.py，模拟seed=123、DRILL-002；仅用于演示，非独立测试指标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12</a:t>
            </a:r>
          </a:p>
        </p:txBody>
      </p:sp>
      <p:pic>
        <p:nvPicPr>
          <p:cNvPr id="9" name="Picture 8" descr="demo_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1328"/>
            <a:ext cx="6400800" cy="4800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9480" y="1700784"/>
            <a:ext cx="4389120" cy="335584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700784"/>
            <a:ext cx="54864" cy="335584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874520"/>
            <a:ext cx="39684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页面与维护操作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2450592"/>
            <a:ext cx="3968496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设备与健康：曲线、HI、RUL、有效性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告警与工单：确认、维修记录、复测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实验与模型：对照指标与版本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SQLite保存历史，预留FastAPI接口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5349240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B67A17"/>
                </a:solidFill>
                <a:latin typeface="Microsoft YaHei"/>
              </a:defRPr>
            </a:pPr>
            <a:r>
              <a:t>目前是网页功能原型；</a:t>
            </a:r>
          </a:p>
          <a:p>
            <a:pPr>
              <a:spcAft>
                <a:spcPts val="500"/>
              </a:spcAft>
              <a:defRPr sz="1700" b="1">
                <a:solidFill>
                  <a:srgbClr val="B67A17"/>
                </a:solidFill>
                <a:latin typeface="Microsoft YaHei"/>
              </a:defRPr>
            </a:pPr>
            <a:r>
              <a:t>手机APP与真实采集待开发。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第四部分 · 问题与想法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总结：已有原型，下一步需要确定机制与验证条件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55648"/>
            <a:ext cx="11155680" cy="6858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920240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创新主线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1920240"/>
            <a:ext cx="862279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想法：工况＋质量联合控制证据；维修后参考更新作为延伸。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96896"/>
            <a:ext cx="11155680" cy="6858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761488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数据与范围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761488"/>
            <a:ext cx="862279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问题：如何获取真实电钻、确认缺陷与寿命标签？RUL是否后置？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38144"/>
            <a:ext cx="11155680" cy="6858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602736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模型选择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3602736"/>
            <a:ext cx="862279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想法：先用简单LSTM验证机制，再判断组合网络是否必要。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79392"/>
            <a:ext cx="11155680" cy="6858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4443983"/>
            <a:ext cx="192024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效果验证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4443983"/>
            <a:ext cx="862279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问题：如何同时证明误报更少、漏报可控、延迟可接受？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希望讨论形成：明确技术问题、候选机制、真实数据来源和最小验证实验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备用 · 老师追问效果时使用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备查A：已有仿真结果及解释边界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来源：artifacts/experiment_results.json；解释核对：model.py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200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783080"/>
            <a:ext cx="23774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四分类准确率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83080"/>
            <a:ext cx="237744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RUL MAE(h)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83080"/>
            <a:ext cx="21031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参数量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57984"/>
            <a:ext cx="11155680" cy="60350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267712"/>
            <a:ext cx="32004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组合模型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26771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95.64%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26771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0.1633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267712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17,789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8"/>
            <a:ext cx="111556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871216"/>
            <a:ext cx="32004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纯LSTM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871216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95.64%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871216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0.1546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71216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9,245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64992"/>
            <a:ext cx="11155680" cy="60350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74720"/>
            <a:ext cx="32004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无工况校正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474720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82.35%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474720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0.2264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474720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17,789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68496"/>
            <a:ext cx="1115568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78224"/>
            <a:ext cx="320040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去质量幅值约束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07822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94.55%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078224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0.1755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78224"/>
            <a:ext cx="21031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17,789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19472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组合模型CPU前向P95：0.685 ms；不包含采集、特征提取、存储与通信。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全部来自仿真；尚不支持真实准确率、长期误报、70%算力下降或3–7天预警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备用 · 老师追问创新边界时使用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备查B：最接近资料与具体定位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9260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资料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4754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关键公开内容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783080"/>
            <a:ext cx="265176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阅读定位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6126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张帆等，2024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轴承Transformer-LSTM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67712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组合网络与轴承寿命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DOI 10.13465/j.cnki.jvs.2024.06.034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67712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PDF第1–4页、图3/5/6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70632"/>
            <a:ext cx="111556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0360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古玉锋等，2026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多模态残差注意力电机诊断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880360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振动/电压/电流/温度，PCA与CBAM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DOI末尾2026.01.017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880360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PDF第1、3–4页，2.1–2.3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83280"/>
            <a:ext cx="11155680" cy="6126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93008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CN121385628A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93008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时延、负载动态阈值、持续报警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基线重标定与质量自适应窗长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493008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权利要求1、8–10及说明书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95928"/>
            <a:ext cx="111556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105656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CN121432174A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105656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多源同步、工艺基线与摩擦残差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105656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权利要求1、2、5、9及说明书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08576"/>
            <a:ext cx="11155680" cy="6126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18304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CN122258007A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718304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水泵多源信号＋工况深度诊断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718304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权利要求1–9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引用依据为上传全文；公开申请A号不代表授权，法律状态与全面补查仍待完成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电钻预测性维护：专利理解、创新边界与Demo探索</dc:title>
  <dc:subject>2026年10月9日导师讨论；13页正文＋2页备查</dc:subject>
  <dc:creator>项目研究讨论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