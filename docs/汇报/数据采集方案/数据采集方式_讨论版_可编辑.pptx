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说明拟定的数据采集方式，具体工具、目标部件和型号尚未确定。传感器的量程、频带、供电和采集接口要在选定对象后匹配，电流模块需支持波形采样。振动和电流优先采用共时钟采集；温度可低速记录后按采样时间对齐。电脑接收时间不能代替采样时间。电机轴和输出轴转速不同，需确定目标部件对应的转速。负载实测值与加载设定值分别保存。同时记录工具编号、运行段、工作模式、启停时间和加工材料，并保持传感器安装方式一致。损伤标签依据独立部件检查，外壳温度不等同轴承内部温度。目前项目已有公开轴承数据预验证和虚拟平台，自有电动工具实测数据尚未采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74904"/>
            <a:ext cx="10863072" cy="6858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5334A"/>
                </a:solidFill>
                <a:latin typeface="Noto Sans CJK SC"/>
                <a:ea typeface="Noto Sans CJK SC"/>
              </a:rPr>
              <a:t>拟定数据采集方案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62456"/>
            <a:ext cx="10725912" cy="512064"/>
          </a:xfrm>
          <a:prstGeom prst="rect">
            <a:avLst/>
          </a:prstGeom>
          <a:solidFill>
            <a:srgbClr val="256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376172"/>
            <a:ext cx="1289304" cy="4846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采集信息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0008" y="1376172"/>
            <a:ext cx="2807208" cy="4846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采集设备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76672" y="1376172"/>
            <a:ext cx="5971031" cy="4846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测量位置／方式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10725912" cy="621792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06524"/>
            <a:ext cx="1289304" cy="5486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5334A"/>
                </a:solidFill>
                <a:latin typeface="Noto Sans CJK SC"/>
                <a:ea typeface="Noto Sans CJK SC"/>
              </a:rPr>
              <a:t>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0008" y="1906524"/>
            <a:ext cx="2807208" cy="5486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加速度传感器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6672" y="1906524"/>
            <a:ext cx="5971031" cy="5486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目标部件附近的静止刚性壳体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96312"/>
            <a:ext cx="1072591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28316"/>
            <a:ext cx="1289304" cy="5486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5334A"/>
                </a:solidFill>
                <a:latin typeface="Noto Sans CJK SC"/>
                <a:ea typeface="Noto Sans CJK SC"/>
              </a:rPr>
              <a:t>电流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2528316"/>
            <a:ext cx="2807208" cy="5486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霍尔电流传感器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或电流探头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672" y="2528316"/>
            <a:ext cx="5971031" cy="5486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通过匹配供电测量接口，采集电流波形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118104"/>
            <a:ext cx="10725912" cy="621792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150108"/>
            <a:ext cx="1289304" cy="5486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5334A"/>
                </a:solidFill>
                <a:latin typeface="Noto Sans CJK SC"/>
                <a:ea typeface="Noto Sans CJK SC"/>
              </a:rPr>
              <a:t>温度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0008" y="3150108"/>
            <a:ext cx="2807208" cy="5486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热电偶／温度传感器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3150108"/>
            <a:ext cx="5971031" cy="5486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部件附近外壳表面；另测环境温度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39896"/>
            <a:ext cx="1072591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771900"/>
            <a:ext cx="1289304" cy="5486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5334A"/>
                </a:solidFill>
                <a:latin typeface="Noto Sans CJK SC"/>
                <a:ea typeface="Noto Sans CJK SC"/>
              </a:rPr>
              <a:t>转速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0008" y="3771900"/>
            <a:ext cx="2807208" cy="5486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转速计／编码器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3771900"/>
            <a:ext cx="5971031" cy="5486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测量目标部件对应的转轴转速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361688"/>
            <a:ext cx="10725912" cy="621792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393692"/>
            <a:ext cx="1289304" cy="5486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5334A"/>
                </a:solidFill>
                <a:latin typeface="Noto Sans CJK SC"/>
                <a:ea typeface="Noto Sans CJK SC"/>
              </a:rPr>
              <a:t>负载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0008" y="4393692"/>
            <a:ext cx="2807208" cy="5486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扭矩／力传感器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4393692"/>
            <a:ext cx="5971031" cy="5486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测量实际扭矩／力，记录加载设定值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550408"/>
            <a:ext cx="2971800" cy="694944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596128"/>
            <a:ext cx="2825496" cy="60350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7E84"/>
                </a:solidFill>
                <a:latin typeface="Noto Sans CJK SC"/>
                <a:ea typeface="Noto Sans CJK SC"/>
              </a:rPr>
              <a:t>传感器测量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831335" y="5774436"/>
            <a:ext cx="246888" cy="246888"/>
          </a:xfrm>
          <a:prstGeom prst="rightArrow">
            <a:avLst/>
          </a:prstGeom>
          <a:solidFill>
            <a:srgbClr val="256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69663" y="5550408"/>
            <a:ext cx="3931920" cy="694944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42816" y="5596128"/>
            <a:ext cx="3785615" cy="60350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7E84"/>
                </a:solidFill>
                <a:latin typeface="Noto Sans CJK SC"/>
                <a:ea typeface="Noto Sans CJK SC"/>
              </a:rPr>
              <a:t>匹配的信号调理与采集设备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229600" y="5774436"/>
            <a:ext cx="246888" cy="246888"/>
          </a:xfrm>
          <a:prstGeom prst="rightArrow">
            <a:avLst/>
          </a:prstGeom>
          <a:solidFill>
            <a:srgbClr val="256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67928" y="5550408"/>
            <a:ext cx="2889504" cy="694944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1080" y="5596128"/>
            <a:ext cx="2743200" cy="60350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7E84"/>
                </a:solidFill>
                <a:latin typeface="Noto Sans CJK SC"/>
                <a:ea typeface="Noto Sans CJK SC"/>
              </a:rPr>
              <a:t>电脑保存与分析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拟定数据采集方案</dc:title>
  <dc:subject>用于导师讨论的采集方式与设备方案，具体工具未定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